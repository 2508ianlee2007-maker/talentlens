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00A62-D641-D630-5484-6DE492CC05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06260C-018B-CB65-2279-1EDF5A3F90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8DB0B-6202-1F6D-34B4-D038E75E9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471C-F974-4812-B6CD-47B49C56F61B}" type="datetimeFigureOut">
              <a:rPr lang="en-SG" smtClean="0"/>
              <a:t>20/5/2024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8AC984-47BF-D399-68E3-2C62DA7D8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C3B45-BFCD-3581-8EA3-2CC1065BD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F4751-CA25-4D4E-BAEF-670CE055130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88583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F96C2-F841-39D8-525C-0A2463CFA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0B759C-727F-6293-73D8-ACA5D9DC80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70D7E7-282C-5557-A42B-BB37D46DC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471C-F974-4812-B6CD-47B49C56F61B}" type="datetimeFigureOut">
              <a:rPr lang="en-SG" smtClean="0"/>
              <a:t>20/5/2024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286014-FB2F-8D03-DBBA-6F97E5577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1EBC43-0A9E-78CE-FCA6-FA79EEA81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F4751-CA25-4D4E-BAEF-670CE055130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30469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E3BEB-97CF-7231-373E-9DD0FCC90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A01127-0D2D-1B2A-2C80-6BF7F0F625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F3E1E7-39BC-B7B6-FA41-BDB69008B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471C-F974-4812-B6CD-47B49C56F61B}" type="datetimeFigureOut">
              <a:rPr lang="en-SG" smtClean="0"/>
              <a:t>20/5/2024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4552B9-67E0-EA3F-B2F0-08F0AAACD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F9C232-08F5-0198-E47E-697F45F6D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F4751-CA25-4D4E-BAEF-670CE055130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12352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9658A-8CE1-9A9F-7613-9568468CE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061D60-FCE2-50DC-CA47-75576148AF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60B536-87B2-4F89-6496-DEB7A1E3D3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A29925-4F11-33A6-43E8-BEBC90C41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471C-F974-4812-B6CD-47B49C56F61B}" type="datetimeFigureOut">
              <a:rPr lang="en-SG" smtClean="0"/>
              <a:t>20/5/2024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5A884A-F216-2F3B-E2DE-3CF2C4BA6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CD73A7-3BE9-4A37-9757-178E06FC0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F4751-CA25-4D4E-BAEF-670CE055130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1188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462D0-70B7-8B72-7CFF-4CC9473E7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179D7E-16B7-6C9C-4D95-F1A2CAEBF5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42F82D-217D-A5F6-A291-4436998E61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54B4D6-04C0-8432-98E3-2D2C74C6AF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8E988F-D458-70CB-02AE-4DF6F24B0C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331140-5A1B-ECE1-F922-D0E75FF61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471C-F974-4812-B6CD-47B49C56F61B}" type="datetimeFigureOut">
              <a:rPr lang="en-SG" smtClean="0"/>
              <a:t>20/5/2024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5D0791-0D7B-CE74-B27D-81D484681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E0488A-E586-7A74-AF1B-1C8E20296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F4751-CA25-4D4E-BAEF-670CE055130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4778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8BA8C-4D36-C005-28B1-AA329FC7D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23D4DE-D9A6-E1CE-7EE4-9F3130730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471C-F974-4812-B6CD-47B49C56F61B}" type="datetimeFigureOut">
              <a:rPr lang="en-SG" smtClean="0"/>
              <a:t>20/5/2024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3BFC70-D8DF-CB04-8CB1-1B2CB94BB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59BD9B-C3EC-DEFF-9C76-EBBF6EF77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F4751-CA25-4D4E-BAEF-670CE055130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4562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0C8B17-2CF5-F813-7828-4C1B51088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471C-F974-4812-B6CD-47B49C56F61B}" type="datetimeFigureOut">
              <a:rPr lang="en-SG" smtClean="0"/>
              <a:t>20/5/2024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CE69B9-D262-A5E0-C835-F0D913DA4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A44A0B-3B1D-AD5C-E45D-E0EBF635E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F4751-CA25-4D4E-BAEF-670CE055130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33921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C3902-0322-E367-30D1-527BBE858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0BA82-F44C-FAFC-3CA7-9E492F1A18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EEB841-A0F6-9834-DF21-6EF586A285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4C333E-49EE-6618-A117-14873678C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471C-F974-4812-B6CD-47B49C56F61B}" type="datetimeFigureOut">
              <a:rPr lang="en-SG" smtClean="0"/>
              <a:t>20/5/2024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56F153-BB13-C480-3693-099CDD9F1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0B3173-D848-09C0-1FE0-8AA01387C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F4751-CA25-4D4E-BAEF-670CE055130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59089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13862-298F-EAAA-10C8-0701C3C89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4F30A0-EF07-29B8-9DDF-AEB19D4A4B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B9DF45-D70B-A236-9023-C415386257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E997DD-1551-19BC-3359-D270FFC7F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471C-F974-4812-B6CD-47B49C56F61B}" type="datetimeFigureOut">
              <a:rPr lang="en-SG" smtClean="0"/>
              <a:t>20/5/2024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A6076C-9BAB-A008-B5D4-F7C134050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B4AED7-81A8-0BFD-2172-0FFFFAE28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F4751-CA25-4D4E-BAEF-670CE055130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52122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2A54B-32A4-AAE6-B05A-0CFE16642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EF10F8-BDEA-96D5-B8A3-104E9211A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BBEC2-175F-59D8-8722-C3FB258B5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471C-F974-4812-B6CD-47B49C56F61B}" type="datetimeFigureOut">
              <a:rPr lang="en-SG" smtClean="0"/>
              <a:t>20/5/2024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97B273-A2EA-8368-A81F-BCF04BA6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1BFC31-A1B5-BE96-B5CB-65B9C30D7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F4751-CA25-4D4E-BAEF-670CE055130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35253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3586D9-4790-BAF4-B45B-5C603976BA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5F880B-319E-BE8E-AC16-3962669661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34A62-9874-B202-2B44-370BE8045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471C-F974-4812-B6CD-47B49C56F61B}" type="datetimeFigureOut">
              <a:rPr lang="en-SG" smtClean="0"/>
              <a:t>20/5/2024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05C315-C39D-8C22-7D6C-6149A73A0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DB916-A1B0-3649-6629-67499DD19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F4751-CA25-4D4E-BAEF-670CE055130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47940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2D3626-4418-E29F-8F8C-25F64C1B8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229C04-2576-EA4F-EF39-C6174F506F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26C9C8-B138-DA09-D184-0DF07A71EB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D1471C-F974-4812-B6CD-47B49C56F61B}" type="datetimeFigureOut">
              <a:rPr lang="en-SG" smtClean="0"/>
              <a:t>20/5/2024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6FC5B8-7C25-516F-977A-17128712B2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14B0F0-6C95-6193-86A9-1E856CD50C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4F4751-CA25-4D4E-BAEF-670CE0551307}" type="slidenum">
              <a:rPr lang="en-SG" smtClean="0"/>
              <a:t>‹#›</a:t>
            </a:fld>
            <a:endParaRPr lang="en-SG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A697BC-5402-8826-C22D-B4A1C21419B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7747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SG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 (Open)</a:t>
            </a:r>
          </a:p>
        </p:txBody>
      </p:sp>
    </p:spTree>
    <p:extLst>
      <p:ext uri="{BB962C8B-B14F-4D97-AF65-F5344CB8AC3E}">
        <p14:creationId xmlns:p14="http://schemas.microsoft.com/office/powerpoint/2010/main" val="2492668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3F894-C61A-06ED-8C7F-0FF1F9EB41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0984" y="660026"/>
            <a:ext cx="9144000" cy="2387600"/>
          </a:xfrm>
        </p:spPr>
        <p:txBody>
          <a:bodyPr/>
          <a:lstStyle/>
          <a:p>
            <a:r>
              <a:rPr lang="en-SG" dirty="0"/>
              <a:t>Week 6 &amp; 12 - FTSP Presentation</a:t>
            </a:r>
          </a:p>
        </p:txBody>
      </p:sp>
    </p:spTree>
    <p:extLst>
      <p:ext uri="{BB962C8B-B14F-4D97-AF65-F5344CB8AC3E}">
        <p14:creationId xmlns:p14="http://schemas.microsoft.com/office/powerpoint/2010/main" val="402745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3F894-C61A-06ED-8C7F-0FF1F9EB41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0984" y="660026"/>
            <a:ext cx="9144000" cy="2387600"/>
          </a:xfrm>
        </p:spPr>
        <p:txBody>
          <a:bodyPr/>
          <a:lstStyle/>
          <a:p>
            <a:r>
              <a:rPr lang="en-SG" dirty="0"/>
              <a:t>Project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BCAE94-2F13-E43F-2A84-871D4B2E38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SG" dirty="0"/>
              <a:t>Name of the student(s)</a:t>
            </a:r>
          </a:p>
          <a:p>
            <a:r>
              <a:rPr lang="en-SG" dirty="0"/>
              <a:t>Name of the supervisor (s)</a:t>
            </a:r>
          </a:p>
        </p:txBody>
      </p:sp>
    </p:spTree>
    <p:extLst>
      <p:ext uri="{BB962C8B-B14F-4D97-AF65-F5344CB8AC3E}">
        <p14:creationId xmlns:p14="http://schemas.microsoft.com/office/powerpoint/2010/main" val="15054449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7FEB3-A86F-3B99-3949-894F2BFEA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Presentation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40BC4-0E46-799E-0A1E-A5EEDE57B0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1</a:t>
            </a:r>
          </a:p>
          <a:p>
            <a:r>
              <a:rPr lang="en-SG" dirty="0"/>
              <a:t>2</a:t>
            </a:r>
          </a:p>
          <a:p>
            <a:r>
              <a:rPr lang="en-SG" dirty="0"/>
              <a:t>3</a:t>
            </a:r>
          </a:p>
          <a:p>
            <a:r>
              <a:rPr lang="en-SG" dirty="0"/>
              <a:t>4</a:t>
            </a:r>
          </a:p>
          <a:p>
            <a:r>
              <a:rPr lang="en-SG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4172557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C71DF-4506-8849-F25B-A00BCA820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BA95E7-8223-9E27-CC0C-711952756B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SG" dirty="0"/>
              <a:t>Project objectives</a:t>
            </a:r>
          </a:p>
          <a:p>
            <a:pPr marL="0" indent="0">
              <a:buNone/>
            </a:pPr>
            <a:r>
              <a:rPr lang="en-SG" dirty="0"/>
              <a:t>- e.g., to design and develop ….</a:t>
            </a:r>
          </a:p>
          <a:p>
            <a:pPr marL="0" indent="0">
              <a:buNone/>
            </a:pPr>
            <a:endParaRPr lang="en-SG" dirty="0"/>
          </a:p>
          <a:p>
            <a:r>
              <a:rPr lang="en-SG" dirty="0"/>
              <a:t>Project deliverables</a:t>
            </a:r>
          </a:p>
          <a:p>
            <a:pPr marL="0" indent="0">
              <a:buNone/>
            </a:pPr>
            <a:r>
              <a:rPr lang="en-SG" dirty="0"/>
              <a:t>- e.g., A </a:t>
            </a:r>
            <a:r>
              <a:rPr lang="en-SG" dirty="0" err="1"/>
              <a:t>GenAI</a:t>
            </a:r>
            <a:r>
              <a:rPr lang="en-SG" dirty="0"/>
              <a:t> enabled </a:t>
            </a:r>
            <a:r>
              <a:rPr lang="en-SG" dirty="0" err="1"/>
              <a:t>chatbox</a:t>
            </a:r>
            <a:r>
              <a:rPr lang="en-SG" dirty="0"/>
              <a:t> for …, A GUI for customer …</a:t>
            </a:r>
          </a:p>
          <a:p>
            <a:pPr marL="0" indent="0">
              <a:buNone/>
            </a:pPr>
            <a:endParaRPr lang="en-SG" dirty="0"/>
          </a:p>
          <a:p>
            <a:pPr marL="0" indent="0">
              <a:buNone/>
            </a:pPr>
            <a:r>
              <a:rPr lang="en-SG" dirty="0"/>
              <a:t>. Project Scope</a:t>
            </a:r>
          </a:p>
          <a:p>
            <a:pPr marL="0" indent="0">
              <a:buNone/>
            </a:pPr>
            <a:r>
              <a:rPr lang="en-SG" dirty="0"/>
              <a:t>- e.g., Python programming</a:t>
            </a:r>
          </a:p>
          <a:p>
            <a:pPr marL="0" indent="0">
              <a:buNone/>
            </a:pPr>
            <a:r>
              <a:rPr lang="en-SG" dirty="0"/>
              <a:t>           Linux OS (Raspberry Pi 4)</a:t>
            </a:r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7315778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945C1-AF80-414B-247E-987AE8354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19F61-DFE1-A99C-9077-C2BDBAE152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The project is an industry project, collaborating with XXX to design and develop a sustainable office environment.</a:t>
            </a:r>
          </a:p>
          <a:p>
            <a:endParaRPr lang="en-SG" dirty="0"/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6867020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5815D-3F54-2B4D-EE28-79169D265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System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92A75-9E2C-DFB1-1FED-7E988BA4CD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Hardware</a:t>
            </a:r>
          </a:p>
          <a:p>
            <a:r>
              <a:rPr lang="en-SG" dirty="0"/>
              <a:t>Software</a:t>
            </a:r>
          </a:p>
          <a:p>
            <a:r>
              <a:rPr lang="en-SG" dirty="0"/>
              <a:t>Circuit diagram </a:t>
            </a:r>
          </a:p>
        </p:txBody>
      </p:sp>
    </p:spTree>
    <p:extLst>
      <p:ext uri="{BB962C8B-B14F-4D97-AF65-F5344CB8AC3E}">
        <p14:creationId xmlns:p14="http://schemas.microsoft.com/office/powerpoint/2010/main" val="1457905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6B43E-C28C-E346-684F-7BEB8DFA3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Project Development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7FD380-599F-097F-7501-73C785050E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Flow Chart</a:t>
            </a:r>
          </a:p>
          <a:p>
            <a:r>
              <a:rPr lang="en-SG" dirty="0"/>
              <a:t>Block Diagram</a:t>
            </a:r>
          </a:p>
          <a:p>
            <a:r>
              <a:rPr lang="en-SG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26296215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6B60B-C09E-1265-FDE9-EBD9FD899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Project Accomplishment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B5B18-A95C-1442-33DB-FF905F4D82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System design – Version 1, Version 2,…</a:t>
            </a:r>
          </a:p>
          <a:p>
            <a:pPr marL="0" indent="0">
              <a:buNone/>
            </a:pPr>
            <a:r>
              <a:rPr lang="en-SG" dirty="0"/>
              <a:t>- features to be designed</a:t>
            </a:r>
          </a:p>
          <a:p>
            <a:pPr marL="0" indent="0">
              <a:buNone/>
            </a:pPr>
            <a:r>
              <a:rPr lang="en-SG" dirty="0"/>
              <a:t>-  technical specs/protocols</a:t>
            </a:r>
          </a:p>
          <a:p>
            <a:pPr marL="0" indent="0">
              <a:buNone/>
            </a:pPr>
            <a:endParaRPr lang="en-SG" dirty="0"/>
          </a:p>
          <a:p>
            <a:pPr marL="0" indent="0">
              <a:buNone/>
            </a:pPr>
            <a:endParaRPr lang="en-SG" dirty="0"/>
          </a:p>
          <a:p>
            <a:pPr marL="0" indent="0">
              <a:buNone/>
            </a:pPr>
            <a:endParaRPr lang="en-SG" dirty="0"/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9304248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2FE57-32B4-0566-8EF4-FCC991520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Project Accomplishment </a:t>
            </a:r>
            <a:endParaRPr lang="en-SG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D60E2-1B49-1E07-867C-A329B05BF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Video demo</a:t>
            </a:r>
          </a:p>
        </p:txBody>
      </p:sp>
    </p:spTree>
    <p:extLst>
      <p:ext uri="{BB962C8B-B14F-4D97-AF65-F5344CB8AC3E}">
        <p14:creationId xmlns:p14="http://schemas.microsoft.com/office/powerpoint/2010/main" val="16200479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025C9-B930-09FA-08D7-266AEC853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Project Challenges (optional)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F036F3-72DC-7D8B-61D5-C89086EAAB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253190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C8A95-72A6-E029-F227-9B86FDA7D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Summary </a:t>
            </a:r>
          </a:p>
        </p:txBody>
      </p:sp>
    </p:spTree>
    <p:extLst>
      <p:ext uri="{BB962C8B-B14F-4D97-AF65-F5344CB8AC3E}">
        <p14:creationId xmlns:p14="http://schemas.microsoft.com/office/powerpoint/2010/main" val="365409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</TotalTime>
  <Words>144</Words>
  <Application>Microsoft Office PowerPoint</Application>
  <PresentationFormat>Widescreen</PresentationFormat>
  <Paragraphs>40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Week 6 &amp; 12 - FTSP Presentation</vt:lpstr>
      <vt:lpstr>Project Title</vt:lpstr>
      <vt:lpstr>Presentation Content</vt:lpstr>
      <vt:lpstr>Introduction</vt:lpstr>
      <vt:lpstr>Background</vt:lpstr>
      <vt:lpstr>System Overview</vt:lpstr>
      <vt:lpstr>Project Development Flow</vt:lpstr>
      <vt:lpstr>Project Accomplishment </vt:lpstr>
      <vt:lpstr>Project Accomplishment </vt:lpstr>
      <vt:lpstr>Project Challenges (optional)</vt:lpstr>
      <vt:lpstr>Summary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Meijun ZHAO (NYP)</dc:creator>
  <cp:lastModifiedBy>Meijun ZHAO (NYP)</cp:lastModifiedBy>
  <cp:revision>10</cp:revision>
  <dcterms:created xsi:type="dcterms:W3CDTF">2024-04-04T05:07:02Z</dcterms:created>
  <dcterms:modified xsi:type="dcterms:W3CDTF">2024-05-20T09:48:42Z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abe128f-e2ab-4b18-9c62-301caee5e80a_Enabled">
    <vt:lpwstr>true</vt:lpwstr>
  </property>
  <property fmtid="{D5CDD505-2E9C-101B-9397-08002B2CF9AE}" pid="3" name="MSIP_Label_babe128f-e2ab-4b18-9c62-301caee5e80a_SetDate">
    <vt:lpwstr>2024-04-04T05:07:07Z</vt:lpwstr>
  </property>
  <property fmtid="{D5CDD505-2E9C-101B-9397-08002B2CF9AE}" pid="4" name="MSIP_Label_babe128f-e2ab-4b18-9c62-301caee5e80a_Method">
    <vt:lpwstr>Privileged</vt:lpwstr>
  </property>
  <property fmtid="{D5CDD505-2E9C-101B-9397-08002B2CF9AE}" pid="5" name="MSIP_Label_babe128f-e2ab-4b18-9c62-301caee5e80a_Name">
    <vt:lpwstr>OFFICIAL [OPEN]</vt:lpwstr>
  </property>
  <property fmtid="{D5CDD505-2E9C-101B-9397-08002B2CF9AE}" pid="6" name="MSIP_Label_babe128f-e2ab-4b18-9c62-301caee5e80a_SiteId">
    <vt:lpwstr>243ebaed-00d0-4690-a7dc-75893b0d9f98</vt:lpwstr>
  </property>
  <property fmtid="{D5CDD505-2E9C-101B-9397-08002B2CF9AE}" pid="7" name="MSIP_Label_babe128f-e2ab-4b18-9c62-301caee5e80a_ActionId">
    <vt:lpwstr>d8498cf9-3219-4cd1-9b91-57da88b04380</vt:lpwstr>
  </property>
  <property fmtid="{D5CDD505-2E9C-101B-9397-08002B2CF9AE}" pid="8" name="MSIP_Label_babe128f-e2ab-4b18-9c62-301caee5e80a_ContentBits">
    <vt:lpwstr>1</vt:lpwstr>
  </property>
  <property fmtid="{D5CDD505-2E9C-101B-9397-08002B2CF9AE}" pid="9" name="ClassificationContentMarkingHeaderLocations">
    <vt:lpwstr>Office Theme:8</vt:lpwstr>
  </property>
  <property fmtid="{D5CDD505-2E9C-101B-9397-08002B2CF9AE}" pid="10" name="ClassificationContentMarkingHeaderText">
    <vt:lpwstr>Official (Open)</vt:lpwstr>
  </property>
</Properties>
</file>